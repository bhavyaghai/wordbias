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684" autoAdjust="0"/>
  </p:normalViewPr>
  <p:slideViewPr>
    <p:cSldViewPr snapToGrid="0" showGuides="1">
      <p:cViewPr varScale="1">
        <p:scale>
          <a:sx n="103" d="100"/>
          <a:sy n="103" d="100"/>
        </p:scale>
        <p:origin x="144" y="708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6EE8-18FB-412C-BF1B-59851C1C4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5BE574-74D8-4C10-BA2D-B30C6671E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7505A-3EC0-41D5-8298-C83C77FA8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F875C-AAF5-43A6-8DB1-78AD4C1DB883}" type="datetimeFigureOut">
              <a:rPr lang="en-US" smtClean="0"/>
              <a:t>13/7/2020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6D30B-7A8F-4A50-8A6D-D68EED99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E73D9-AAFF-427E-BB6F-B6DB3DD34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0608-3B78-40D2-A50D-8A4ECF7E2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06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EFD0A-F218-4D1A-A8CB-F5F8F476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AC8EA-A4AD-4DB5-A9B9-253CFA24A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069E6-6BE7-43AE-8676-57A37CF1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F875C-AAF5-43A6-8DB1-78AD4C1DB883}" type="datetimeFigureOut">
              <a:rPr lang="en-US" smtClean="0"/>
              <a:t>13/7/2020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B55E0-E5D1-45A3-915B-B44A9A0C5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67407-C5F4-406A-AE8E-9617C60B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0608-3B78-40D2-A50D-8A4ECF7E2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91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2306-A396-401D-A1F4-1D5972605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EC956-EECF-4FB1-B4E4-BD03C3D57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A2083-8BEA-4682-B81C-CD5CD4FDF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F875C-AAF5-43A6-8DB1-78AD4C1DB883}" type="datetimeFigureOut">
              <a:rPr lang="en-US" smtClean="0"/>
              <a:t>13/7/2020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7F49B-5357-45EC-AFCF-21E1C8EA8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2CB53-36BD-4A63-8685-BE03402B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0608-3B78-40D2-A50D-8A4ECF7E2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3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61D4-97A8-4980-A07F-6AC9485C7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8B0AD-C69D-4CA9-8F84-C65FE757F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4D491-520F-4447-BC42-D25CD0687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9F698-0E6F-46F9-A398-064AB599D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F875C-AAF5-43A6-8DB1-78AD4C1DB883}" type="datetimeFigureOut">
              <a:rPr lang="en-US" smtClean="0"/>
              <a:t>13/7/2020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D3BD8-DF35-45E5-9B5F-B732E54D2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219F7-312A-4A72-AF63-07B00FDB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0608-3B78-40D2-A50D-8A4ECF7E2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15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7109-88D8-4BD9-B2CA-6C861EC45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06A64-6AA9-414E-8F44-6A3FCFB0B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37795-C9AE-4FA4-9E81-90C9ED1D1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A80F42-7778-4A76-8A63-0905EC3CCD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A00B6-DBA2-463B-915A-995A0531E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3380FE-E15C-4410-AE7E-A1B28EFE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F875C-AAF5-43A6-8DB1-78AD4C1DB883}" type="datetimeFigureOut">
              <a:rPr lang="en-US" smtClean="0"/>
              <a:t>13/7/2020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88AD7B-C436-4098-8541-6AA72AAAD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57D9-28C2-4176-B2B7-F6AD413F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0608-3B78-40D2-A50D-8A4ECF7E2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348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8581-CCF3-48CA-BE7C-3527152C8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8BEF31-4CCF-4352-8309-71314EF1C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F875C-AAF5-43A6-8DB1-78AD4C1DB883}" type="datetimeFigureOut">
              <a:rPr lang="en-US" smtClean="0"/>
              <a:t>13/7/2020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8B147-2EBE-4E3F-B768-3B692098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C9EAB-E797-45C5-902C-106BF63A3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0608-3B78-40D2-A50D-8A4ECF7E2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62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57EEC1-0DE3-4601-8BC1-BB06F2A94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F875C-AAF5-43A6-8DB1-78AD4C1DB883}" type="datetimeFigureOut">
              <a:rPr lang="en-US" smtClean="0"/>
              <a:t>13/7/2020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69C57-AAB6-4190-8036-0E02545EB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55A75-796A-4B73-BFF6-53507454B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0608-3B78-40D2-A50D-8A4ECF7E2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59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B8905-2F8F-497C-8E26-8E453692B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D843C-7236-493E-889E-315FC1EE7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D921B-F5B8-4D8F-BA8C-FA4586D23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CA943-A710-43D7-87B7-F57B55A5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F875C-AAF5-43A6-8DB1-78AD4C1DB883}" type="datetimeFigureOut">
              <a:rPr lang="en-US" smtClean="0"/>
              <a:t>13/7/2020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01F18-7010-469C-BAAE-39F343749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09DED-46E4-419F-A0FB-FF2713EDF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0608-3B78-40D2-A50D-8A4ECF7E2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55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6BD6B-4A3E-4D5A-8E13-299430ACE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849B5E-F660-4BC3-A4C4-05B5F6FB6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96770C-2BFE-44FB-9CA7-9685A0795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B733C-FEA7-498E-9952-C0230042B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F875C-AAF5-43A6-8DB1-78AD4C1DB883}" type="datetimeFigureOut">
              <a:rPr lang="en-US" smtClean="0"/>
              <a:t>13/7/2020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E21D0-59F9-473A-898D-9AA648481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643FD-AE00-49CB-AD5F-509498B2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0608-3B78-40D2-A50D-8A4ECF7E2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9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961C9-609E-449E-840A-9C76888FC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C5A72-5A54-4B88-A35E-A11E5D71F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E759E-15B2-4383-BEA1-3A0AF1E19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F875C-AAF5-43A6-8DB1-78AD4C1DB883}" type="datetimeFigureOut">
              <a:rPr lang="en-US" smtClean="0"/>
              <a:t>13/7/2020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B0814-BD5F-4370-A9AD-3B7953E95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C5356-4379-4602-A805-A503B9CC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0608-3B78-40D2-A50D-8A4ECF7E2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AB1233-B7C4-4ED2-A22B-FB204D129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4CE52-051E-4ED1-B419-BEDFE47E1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DFE34-43D6-4E70-9AC3-CA5F38B9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F875C-AAF5-43A6-8DB1-78AD4C1DB883}" type="datetimeFigureOut">
              <a:rPr lang="en-US" smtClean="0"/>
              <a:t>13/7/2020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6909B-4651-4610-AFD0-F714024F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45EB6-27D4-4F60-AFC8-0A651E70C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A0608-3B78-40D2-A50D-8A4ECF7E2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5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1A68F7-2BAE-4234-B3E0-F8B03672F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98BE7-97EA-4335-B51C-AFD441769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38663-2B5D-4308-98C9-FF13CD168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F875C-AAF5-43A6-8DB1-78AD4C1DB883}" type="datetimeFigureOut">
              <a:rPr lang="en-US" smtClean="0"/>
              <a:t>13/7/2020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D6D52-47E2-450B-8D77-7D041BCE25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1054C-FD74-4E01-83A9-7FB33AF41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A0608-3B78-40D2-A50D-8A4ECF7E2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79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map, text, table, computer&#10;&#10;Description automatically generated">
            <a:extLst>
              <a:ext uri="{FF2B5EF4-FFF2-40B4-BE49-F238E27FC236}">
                <a16:creationId xmlns:a16="http://schemas.microsoft.com/office/drawing/2014/main" id="{34B6257A-040C-48B9-80E9-5D444740E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01"/>
            <a:ext cx="12192000" cy="680259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7E893A9-8045-4FC0-A21D-187166B87027}"/>
              </a:ext>
            </a:extLst>
          </p:cNvPr>
          <p:cNvSpPr/>
          <p:nvPr/>
        </p:nvSpPr>
        <p:spPr>
          <a:xfrm>
            <a:off x="169034" y="1284146"/>
            <a:ext cx="436099" cy="41123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3C6EB16-61F8-4E06-BB7E-770DDFFFD651}"/>
              </a:ext>
            </a:extLst>
          </p:cNvPr>
          <p:cNvSpPr/>
          <p:nvPr/>
        </p:nvSpPr>
        <p:spPr>
          <a:xfrm>
            <a:off x="2346972" y="75074"/>
            <a:ext cx="436099" cy="41123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E189BF-99B9-4FAE-8913-5EFBBFA7AF18}"/>
              </a:ext>
            </a:extLst>
          </p:cNvPr>
          <p:cNvSpPr/>
          <p:nvPr/>
        </p:nvSpPr>
        <p:spPr>
          <a:xfrm>
            <a:off x="10841260" y="3747589"/>
            <a:ext cx="436099" cy="41123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021244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map, text, table, computer&#10;&#10;Description automatically generated">
            <a:extLst>
              <a:ext uri="{FF2B5EF4-FFF2-40B4-BE49-F238E27FC236}">
                <a16:creationId xmlns:a16="http://schemas.microsoft.com/office/drawing/2014/main" id="{95D5DF84-6380-455A-858F-317140C06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01"/>
            <a:ext cx="12192000" cy="680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24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bhavya ghai</dc:creator>
  <cp:lastModifiedBy>bhavya ghai</cp:lastModifiedBy>
  <cp:revision>16</cp:revision>
  <dcterms:created xsi:type="dcterms:W3CDTF">2020-04-30T11:46:49Z</dcterms:created>
  <dcterms:modified xsi:type="dcterms:W3CDTF">2020-07-13T10:39:23Z</dcterms:modified>
</cp:coreProperties>
</file>